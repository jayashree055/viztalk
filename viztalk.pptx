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8288000" cy="10287000"/>
  <p:notesSz cx="6858000" cy="9144000"/>
  <p:embeddedFontLst>
    <p:embeddedFont>
      <p:font typeface="DM Serif Display" pitchFamily="2" charset="0"/>
      <p:regular r:id="rId7"/>
    </p:embeddedFont>
    <p:embeddedFont>
      <p:font typeface="Open Sauce" panose="020B0604020202020204" charset="0"/>
      <p:regular r:id="rId8"/>
    </p:embeddedFont>
    <p:embeddedFont>
      <p:font typeface="Times New Roman MT" panose="020B0604020202020204" charset="0"/>
      <p:regular r:id="rId9"/>
    </p:embeddedFont>
    <p:embeddedFont>
      <p:font typeface="Times New Roman MT Bold" panose="020B0604020202020204" charset="0"/>
      <p:regular r:id="rId1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font" Target="fonts/font1.fntdata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font" Target="fonts/font3.fntdata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598671" y="-1743170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574333">
            <a:off x="-598671" y="5498906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AutoShape 4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w="9525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TextBox 5"/>
          <p:cNvSpPr txBox="1"/>
          <p:nvPr/>
        </p:nvSpPr>
        <p:spPr>
          <a:xfrm>
            <a:off x="5448192" y="1341394"/>
            <a:ext cx="7639169" cy="28443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3298"/>
              </a:lnSpc>
            </a:pPr>
            <a:r>
              <a:rPr lang="en-US" sz="16641" dirty="0" err="1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VizTalk</a:t>
            </a:r>
            <a:endParaRPr lang="en-US" sz="16641" dirty="0">
              <a:solidFill>
                <a:srgbClr val="000000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028700" y="3950825"/>
            <a:ext cx="16031890" cy="17396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15"/>
              </a:lnSpc>
            </a:pPr>
            <a:r>
              <a:rPr lang="en-US" sz="501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Conversational AI for Instant Business Intelligence Dashboards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966565" y="6877685"/>
            <a:ext cx="5489861" cy="23806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spc="33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BY:</a:t>
            </a:r>
          </a:p>
          <a:p>
            <a:pPr algn="ctr">
              <a:lnSpc>
                <a:spcPts val="4759"/>
              </a:lnSpc>
            </a:pPr>
            <a:r>
              <a:rPr lang="en-US" sz="3399" spc="33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ANISHA PATURI</a:t>
            </a:r>
          </a:p>
          <a:p>
            <a:pPr algn="ctr">
              <a:lnSpc>
                <a:spcPts val="4759"/>
              </a:lnSpc>
            </a:pPr>
            <a:r>
              <a:rPr lang="en-US" sz="3399" spc="33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SRAVANI JANAK</a:t>
            </a:r>
          </a:p>
          <a:p>
            <a:pPr algn="ctr">
              <a:lnSpc>
                <a:spcPts val="4759"/>
              </a:lnSpc>
            </a:pPr>
            <a:r>
              <a:rPr lang="en-US" sz="3399" spc="33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 JAYASHREE INDRANI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598671" y="-1743170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574333">
            <a:off x="-598671" y="5498906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304291" y="1168248"/>
            <a:ext cx="14801887" cy="2667669"/>
            <a:chOff x="0" y="0"/>
            <a:chExt cx="3898439" cy="70259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898440" cy="702596"/>
            </a:xfrm>
            <a:custGeom>
              <a:avLst/>
              <a:gdLst/>
              <a:ahLst/>
              <a:cxnLst/>
              <a:rect l="l" t="t" r="r" b="b"/>
              <a:pathLst>
                <a:path w="3898440" h="702596">
                  <a:moveTo>
                    <a:pt x="26675" y="0"/>
                  </a:moveTo>
                  <a:lnTo>
                    <a:pt x="3871765" y="0"/>
                  </a:lnTo>
                  <a:cubicBezTo>
                    <a:pt x="3886497" y="0"/>
                    <a:pt x="3898440" y="11943"/>
                    <a:pt x="3898440" y="26675"/>
                  </a:cubicBezTo>
                  <a:lnTo>
                    <a:pt x="3898440" y="675921"/>
                  </a:lnTo>
                  <a:cubicBezTo>
                    <a:pt x="3898440" y="690653"/>
                    <a:pt x="3886497" y="702596"/>
                    <a:pt x="3871765" y="702596"/>
                  </a:cubicBezTo>
                  <a:lnTo>
                    <a:pt x="26675" y="702596"/>
                  </a:lnTo>
                  <a:cubicBezTo>
                    <a:pt x="11943" y="702596"/>
                    <a:pt x="0" y="690653"/>
                    <a:pt x="0" y="675921"/>
                  </a:cubicBezTo>
                  <a:lnTo>
                    <a:pt x="0" y="26675"/>
                  </a:lnTo>
                  <a:cubicBezTo>
                    <a:pt x="0" y="11943"/>
                    <a:pt x="11943" y="0"/>
                    <a:pt x="26675" y="0"/>
                  </a:cubicBezTo>
                  <a:close/>
                </a:path>
              </a:pathLst>
            </a:custGeom>
            <a:solidFill>
              <a:srgbClr val="EAEAEA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3898439" cy="7406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304290" y="-92862"/>
            <a:ext cx="11887709" cy="11244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240"/>
              </a:lnSpc>
            </a:pPr>
            <a:r>
              <a:rPr lang="en-US" sz="6600" b="1" dirty="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PROBLEM STATEMENT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04291" y="1331476"/>
            <a:ext cx="14801887" cy="2852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0881" lvl="1" indent="-345440" algn="l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Businesses rely heavily on data-driven decisions.</a:t>
            </a:r>
          </a:p>
          <a:p>
            <a:pPr marL="690881" lvl="1" indent="-345440" algn="l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Accessing insights usually requires technical skills like SQL or BI tools.</a:t>
            </a:r>
          </a:p>
          <a:p>
            <a:pPr marL="690881" lvl="1" indent="-345440" algn="l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Non-technical users struggle to generate dashboards.</a:t>
            </a:r>
          </a:p>
          <a:p>
            <a:pPr marL="690881" lvl="1" indent="-345440" algn="l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Data teams spend time creating basic reports instead of advanced analysis.</a:t>
            </a:r>
          </a:p>
          <a:p>
            <a:pPr algn="l">
              <a:lnSpc>
                <a:spcPts val="4480"/>
              </a:lnSpc>
            </a:pPr>
            <a:endParaRPr lang="en-US" sz="3200">
              <a:solidFill>
                <a:srgbClr val="000000"/>
              </a:solidFill>
              <a:latin typeface="Times New Roman MT"/>
              <a:ea typeface="Times New Roman MT"/>
              <a:cs typeface="Times New Roman MT"/>
              <a:sym typeface="Times New Roman MT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4894006" y="3755820"/>
            <a:ext cx="12982918" cy="11965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 b="1" dirty="0">
                <a:solidFill>
                  <a:srgbClr val="004AAD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PROPOSED SOLUTION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447832" y="4964660"/>
            <a:ext cx="17411887" cy="4956112"/>
            <a:chOff x="0" y="0"/>
            <a:chExt cx="4585847" cy="1305313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4585847" cy="1305313"/>
            </a:xfrm>
            <a:custGeom>
              <a:avLst/>
              <a:gdLst/>
              <a:ahLst/>
              <a:cxnLst/>
              <a:rect l="l" t="t" r="r" b="b"/>
              <a:pathLst>
                <a:path w="4585847" h="1305313">
                  <a:moveTo>
                    <a:pt x="22676" y="0"/>
                  </a:moveTo>
                  <a:lnTo>
                    <a:pt x="4563170" y="0"/>
                  </a:lnTo>
                  <a:cubicBezTo>
                    <a:pt x="4575694" y="0"/>
                    <a:pt x="4585847" y="10153"/>
                    <a:pt x="4585847" y="22676"/>
                  </a:cubicBezTo>
                  <a:lnTo>
                    <a:pt x="4585847" y="1282637"/>
                  </a:lnTo>
                  <a:cubicBezTo>
                    <a:pt x="4585847" y="1288651"/>
                    <a:pt x="4583458" y="1294419"/>
                    <a:pt x="4579205" y="1298672"/>
                  </a:cubicBezTo>
                  <a:cubicBezTo>
                    <a:pt x="4574953" y="1302924"/>
                    <a:pt x="4569185" y="1305313"/>
                    <a:pt x="4563170" y="1305313"/>
                  </a:cubicBezTo>
                  <a:lnTo>
                    <a:pt x="22676" y="1305313"/>
                  </a:lnTo>
                  <a:cubicBezTo>
                    <a:pt x="16662" y="1305313"/>
                    <a:pt x="10894" y="1302924"/>
                    <a:pt x="6642" y="1298672"/>
                  </a:cubicBezTo>
                  <a:cubicBezTo>
                    <a:pt x="2389" y="1294419"/>
                    <a:pt x="0" y="1288651"/>
                    <a:pt x="0" y="1282637"/>
                  </a:cubicBezTo>
                  <a:lnTo>
                    <a:pt x="0" y="22676"/>
                  </a:lnTo>
                  <a:cubicBezTo>
                    <a:pt x="0" y="10153"/>
                    <a:pt x="10153" y="0"/>
                    <a:pt x="22676" y="0"/>
                  </a:cubicBezTo>
                  <a:close/>
                </a:path>
              </a:pathLst>
            </a:custGeom>
            <a:solidFill>
              <a:srgbClr val="EAEAEA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4585847" cy="13434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622001" y="5019675"/>
            <a:ext cx="20184669" cy="17284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Our system allows users to generate dashboards using natural language queries.</a:t>
            </a:r>
          </a:p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Users simply ask questions like:</a:t>
            </a:r>
          </a:p>
          <a:p>
            <a:pPr marL="690881" lvl="1" indent="-345440" algn="l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“Show revenue trend by date”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751617" y="6891020"/>
            <a:ext cx="9108101" cy="17284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0881" lvl="1" indent="-345440" algn="l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Display an interactive dashboard</a:t>
            </a:r>
          </a:p>
          <a:p>
            <a:pPr marL="690881" lvl="1" indent="-345440" algn="l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This removes the need for technical knowledge.</a:t>
            </a:r>
          </a:p>
          <a:p>
            <a:pPr algn="l">
              <a:lnSpc>
                <a:spcPts val="4480"/>
              </a:lnSpc>
            </a:pPr>
            <a:endParaRPr lang="en-US" sz="3200">
              <a:solidFill>
                <a:srgbClr val="000000"/>
              </a:solidFill>
              <a:latin typeface="Times New Roman MT"/>
              <a:ea typeface="Times New Roman MT"/>
              <a:cs typeface="Times New Roman MT"/>
              <a:sym typeface="Times New Roman MT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447832" y="6740502"/>
            <a:ext cx="20184669" cy="34143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The system will automatically:</a:t>
            </a:r>
          </a:p>
          <a:p>
            <a:pPr marL="690881" lvl="1" indent="-345440" algn="l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Understand the query using DeepSeek LLM</a:t>
            </a:r>
          </a:p>
          <a:p>
            <a:pPr marL="690881" lvl="1" indent="-345440" algn="l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Generate SQL query</a:t>
            </a:r>
          </a:p>
          <a:p>
            <a:pPr marL="690881" lvl="1" indent="-345440" algn="l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Retrieve data</a:t>
            </a:r>
          </a:p>
          <a:p>
            <a:pPr marL="690881" lvl="1" indent="-345440" algn="l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Select appropriate visualization</a:t>
            </a:r>
          </a:p>
          <a:p>
            <a:pPr algn="l">
              <a:lnSpc>
                <a:spcPts val="4480"/>
              </a:lnSpc>
            </a:pPr>
            <a:endParaRPr lang="en-US" sz="3200">
              <a:solidFill>
                <a:srgbClr val="000000"/>
              </a:solidFill>
              <a:latin typeface="Times New Roman MT"/>
              <a:ea typeface="Times New Roman MT"/>
              <a:cs typeface="Times New Roman MT"/>
              <a:sym typeface="Times New Roman M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598671" y="-1743170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574333">
            <a:off x="-598671" y="5498906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4393855" y="0"/>
            <a:ext cx="14622319" cy="10287000"/>
          </a:xfrm>
          <a:custGeom>
            <a:avLst/>
            <a:gdLst/>
            <a:ahLst/>
            <a:cxnLst/>
            <a:rect l="l" t="t" r="r" b="b"/>
            <a:pathLst>
              <a:path w="14622319" h="10287000">
                <a:moveTo>
                  <a:pt x="0" y="0"/>
                </a:moveTo>
                <a:lnTo>
                  <a:pt x="14622319" y="0"/>
                </a:lnTo>
                <a:lnTo>
                  <a:pt x="14622319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3778" r="-1814"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0" y="296352"/>
            <a:ext cx="4386914" cy="19643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493"/>
              </a:lnSpc>
            </a:pPr>
            <a:r>
              <a:rPr lang="en-US" sz="5352" b="1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Technologies Used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314558" y="2260736"/>
            <a:ext cx="3816139" cy="6347644"/>
            <a:chOff x="0" y="0"/>
            <a:chExt cx="5088185" cy="8463525"/>
          </a:xfrm>
        </p:grpSpPr>
        <p:grpSp>
          <p:nvGrpSpPr>
            <p:cNvPr id="7" name="Group 7"/>
            <p:cNvGrpSpPr/>
            <p:nvPr/>
          </p:nvGrpSpPr>
          <p:grpSpPr>
            <a:xfrm>
              <a:off x="0" y="0"/>
              <a:ext cx="5088185" cy="8463525"/>
              <a:chOff x="0" y="0"/>
              <a:chExt cx="1005074" cy="1671807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1005074" cy="1671807"/>
              </a:xfrm>
              <a:custGeom>
                <a:avLst/>
                <a:gdLst/>
                <a:ahLst/>
                <a:cxnLst/>
                <a:rect l="l" t="t" r="r" b="b"/>
                <a:pathLst>
                  <a:path w="1005074" h="1671807">
                    <a:moveTo>
                      <a:pt x="123753" y="0"/>
                    </a:moveTo>
                    <a:lnTo>
                      <a:pt x="881321" y="0"/>
                    </a:lnTo>
                    <a:cubicBezTo>
                      <a:pt x="914142" y="0"/>
                      <a:pt x="945619" y="13038"/>
                      <a:pt x="968827" y="36246"/>
                    </a:cubicBezTo>
                    <a:cubicBezTo>
                      <a:pt x="992035" y="59454"/>
                      <a:pt x="1005074" y="90931"/>
                      <a:pt x="1005074" y="123753"/>
                    </a:cubicBezTo>
                    <a:lnTo>
                      <a:pt x="1005074" y="1548055"/>
                    </a:lnTo>
                    <a:cubicBezTo>
                      <a:pt x="1005074" y="1580876"/>
                      <a:pt x="992035" y="1612353"/>
                      <a:pt x="968827" y="1635561"/>
                    </a:cubicBezTo>
                    <a:cubicBezTo>
                      <a:pt x="945619" y="1658769"/>
                      <a:pt x="914142" y="1671807"/>
                      <a:pt x="881321" y="1671807"/>
                    </a:cubicBezTo>
                    <a:lnTo>
                      <a:pt x="123753" y="1671807"/>
                    </a:lnTo>
                    <a:cubicBezTo>
                      <a:pt x="90931" y="1671807"/>
                      <a:pt x="59454" y="1658769"/>
                      <a:pt x="36246" y="1635561"/>
                    </a:cubicBezTo>
                    <a:cubicBezTo>
                      <a:pt x="13038" y="1612353"/>
                      <a:pt x="0" y="1580876"/>
                      <a:pt x="0" y="1548055"/>
                    </a:cubicBezTo>
                    <a:lnTo>
                      <a:pt x="0" y="123753"/>
                    </a:lnTo>
                    <a:cubicBezTo>
                      <a:pt x="0" y="90931"/>
                      <a:pt x="13038" y="59454"/>
                      <a:pt x="36246" y="36246"/>
                    </a:cubicBezTo>
                    <a:cubicBezTo>
                      <a:pt x="59454" y="13038"/>
                      <a:pt x="90931" y="0"/>
                      <a:pt x="123753" y="0"/>
                    </a:cubicBezTo>
                    <a:close/>
                  </a:path>
                </a:pathLst>
              </a:custGeom>
              <a:solidFill>
                <a:srgbClr val="FBFBFC"/>
              </a:solidFill>
              <a:ln w="19050" cap="rnd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0" y="-38100"/>
                <a:ext cx="1005074" cy="170990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0" name="TextBox 10"/>
            <p:cNvSpPr txBox="1"/>
            <p:nvPr/>
          </p:nvSpPr>
          <p:spPr>
            <a:xfrm>
              <a:off x="158581" y="205773"/>
              <a:ext cx="4723548" cy="825775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480"/>
                </a:lnSpc>
              </a:pPr>
              <a:r>
                <a:rPr lang="en-US" sz="3200" b="1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Frontend</a:t>
              </a:r>
            </a:p>
            <a:p>
              <a:pPr marL="690881" lvl="1" indent="-345440" algn="l">
                <a:lnSpc>
                  <a:spcPts val="4480"/>
                </a:lnSpc>
                <a:buFont typeface="Arial"/>
                <a:buChar char="•"/>
              </a:pPr>
              <a:r>
                <a:rPr lang="en-US" sz="3200">
                  <a:solidFill>
                    <a:srgbClr val="000000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Streamlit</a:t>
              </a:r>
            </a:p>
            <a:p>
              <a:pPr algn="l">
                <a:lnSpc>
                  <a:spcPts val="4480"/>
                </a:lnSpc>
              </a:pPr>
              <a:r>
                <a:rPr lang="en-US" sz="3200" b="1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Backend</a:t>
              </a:r>
            </a:p>
            <a:p>
              <a:pPr marL="690881" lvl="1" indent="-345440" algn="l">
                <a:lnSpc>
                  <a:spcPts val="4480"/>
                </a:lnSpc>
                <a:buFont typeface="Arial"/>
                <a:buChar char="•"/>
              </a:pPr>
              <a:r>
                <a:rPr lang="en-US" sz="3200">
                  <a:solidFill>
                    <a:srgbClr val="000000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Python</a:t>
              </a:r>
            </a:p>
            <a:p>
              <a:pPr algn="l">
                <a:lnSpc>
                  <a:spcPts val="4480"/>
                </a:lnSpc>
              </a:pPr>
              <a:r>
                <a:rPr lang="en-US" sz="3200" b="1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AI Model</a:t>
              </a:r>
            </a:p>
            <a:p>
              <a:pPr marL="690881" lvl="1" indent="-345440" algn="l">
                <a:lnSpc>
                  <a:spcPts val="4480"/>
                </a:lnSpc>
                <a:buFont typeface="Arial"/>
                <a:buChar char="•"/>
              </a:pPr>
              <a:r>
                <a:rPr lang="en-US" sz="3200">
                  <a:solidFill>
                    <a:srgbClr val="000000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DeepSeek LLM</a:t>
              </a:r>
            </a:p>
            <a:p>
              <a:pPr algn="l">
                <a:lnSpc>
                  <a:spcPts val="4480"/>
                </a:lnSpc>
              </a:pPr>
              <a:r>
                <a:rPr lang="en-US" sz="3200" b="1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Data Processing</a:t>
              </a:r>
            </a:p>
            <a:p>
              <a:pPr marL="690881" lvl="1" indent="-345440" algn="l">
                <a:lnSpc>
                  <a:spcPts val="4480"/>
                </a:lnSpc>
                <a:buFont typeface="Arial"/>
                <a:buChar char="•"/>
              </a:pPr>
              <a:r>
                <a:rPr lang="en-US" sz="3200">
                  <a:solidFill>
                    <a:srgbClr val="000000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Pandas</a:t>
              </a:r>
            </a:p>
            <a:p>
              <a:pPr algn="l">
                <a:lnSpc>
                  <a:spcPts val="4480"/>
                </a:lnSpc>
              </a:pPr>
              <a:r>
                <a:rPr lang="en-US" sz="3200" b="1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Visualization</a:t>
              </a:r>
            </a:p>
            <a:p>
              <a:pPr marL="690881" lvl="1" indent="-345440" algn="l">
                <a:lnSpc>
                  <a:spcPts val="4480"/>
                </a:lnSpc>
                <a:buFont typeface="Arial"/>
                <a:buChar char="•"/>
              </a:pPr>
              <a:r>
                <a:rPr lang="en-US" sz="3200">
                  <a:solidFill>
                    <a:srgbClr val="000000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Streamlit charts</a:t>
              </a:r>
            </a:p>
            <a:p>
              <a:pPr algn="l">
                <a:lnSpc>
                  <a:spcPts val="4480"/>
                </a:lnSpc>
              </a:pPr>
              <a:endParaRPr lang="en-US" sz="32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endParaRPr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8673942" y="14475"/>
            <a:ext cx="6758254" cy="9155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493"/>
              </a:lnSpc>
            </a:pPr>
            <a:r>
              <a:rPr lang="en-US" sz="5352" b="1" dirty="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Architecture Diagram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3547077" y="-1607684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1" y="0"/>
                </a:lnTo>
                <a:lnTo>
                  <a:pt x="4840371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574333">
            <a:off x="-3116356" y="4547034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 rot="-5400000">
            <a:off x="-2638444" y="4631055"/>
            <a:ext cx="6744114" cy="10248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559"/>
              </a:lnSpc>
            </a:pPr>
            <a:r>
              <a:rPr lang="en-US" sz="5400" b="1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WORK FLOW</a:t>
            </a:r>
          </a:p>
        </p:txBody>
      </p:sp>
      <p:sp>
        <p:nvSpPr>
          <p:cNvPr id="5" name="Freeform 5"/>
          <p:cNvSpPr/>
          <p:nvPr/>
        </p:nvSpPr>
        <p:spPr>
          <a:xfrm>
            <a:off x="1548172" y="-607001"/>
            <a:ext cx="8042812" cy="11140217"/>
          </a:xfrm>
          <a:custGeom>
            <a:avLst/>
            <a:gdLst/>
            <a:ahLst/>
            <a:cxnLst/>
            <a:rect l="l" t="t" r="r" b="b"/>
            <a:pathLst>
              <a:path w="8042812" h="11140217">
                <a:moveTo>
                  <a:pt x="0" y="0"/>
                </a:moveTo>
                <a:lnTo>
                  <a:pt x="8042812" y="0"/>
                </a:lnTo>
                <a:lnTo>
                  <a:pt x="8042812" y="11140217"/>
                </a:lnTo>
                <a:lnTo>
                  <a:pt x="0" y="1114021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2783" t="-9048" b="-2571"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9888057" y="621600"/>
            <a:ext cx="6648336" cy="4929000"/>
          </a:xfrm>
          <a:custGeom>
            <a:avLst/>
            <a:gdLst/>
            <a:ahLst/>
            <a:cxnLst/>
            <a:rect l="l" t="t" r="r" b="b"/>
            <a:pathLst>
              <a:path w="6648336" h="4929000">
                <a:moveTo>
                  <a:pt x="0" y="0"/>
                </a:moveTo>
                <a:lnTo>
                  <a:pt x="6648336" y="0"/>
                </a:lnTo>
                <a:lnTo>
                  <a:pt x="6648336" y="4929000"/>
                </a:lnTo>
                <a:lnTo>
                  <a:pt x="0" y="492900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t="-29702" r="-101695" b="-14824"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0596665" y="14475"/>
            <a:ext cx="6358270" cy="1014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493"/>
              </a:lnSpc>
            </a:pPr>
            <a:r>
              <a:rPr lang="en-US" sz="5352" b="1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BENEFITS</a:t>
            </a:r>
          </a:p>
        </p:txBody>
      </p:sp>
      <p:sp>
        <p:nvSpPr>
          <p:cNvPr id="8" name="Freeform 8"/>
          <p:cNvSpPr/>
          <p:nvPr/>
        </p:nvSpPr>
        <p:spPr>
          <a:xfrm>
            <a:off x="10974725" y="5143500"/>
            <a:ext cx="6441528" cy="4968669"/>
          </a:xfrm>
          <a:custGeom>
            <a:avLst/>
            <a:gdLst/>
            <a:ahLst/>
            <a:cxnLst/>
            <a:rect l="l" t="t" r="r" b="b"/>
            <a:pathLst>
              <a:path w="6441528" h="4968669">
                <a:moveTo>
                  <a:pt x="0" y="0"/>
                </a:moveTo>
                <a:lnTo>
                  <a:pt x="6441528" y="0"/>
                </a:lnTo>
                <a:lnTo>
                  <a:pt x="6441528" y="4968669"/>
                </a:lnTo>
                <a:lnTo>
                  <a:pt x="0" y="496866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109846" t="-29702" b="-14824"/>
            </a:stretch>
          </a:blipFill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139168"/>
            <a:ext cx="18288000" cy="9895019"/>
          </a:xfrm>
          <a:custGeom>
            <a:avLst/>
            <a:gdLst/>
            <a:ahLst/>
            <a:cxnLst/>
            <a:rect l="l" t="t" r="r" b="b"/>
            <a:pathLst>
              <a:path w="18288000" h="9895019">
                <a:moveTo>
                  <a:pt x="0" y="0"/>
                </a:moveTo>
                <a:lnTo>
                  <a:pt x="18288000" y="0"/>
                </a:lnTo>
                <a:lnTo>
                  <a:pt x="18288000" y="9895019"/>
                </a:lnTo>
                <a:lnTo>
                  <a:pt x="0" y="989501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993" r="-9629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136</Words>
  <Application>Microsoft Office PowerPoint</Application>
  <PresentationFormat>Custom</PresentationFormat>
  <Paragraphs>36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2" baseType="lpstr">
      <vt:lpstr>DM Serif Display</vt:lpstr>
      <vt:lpstr>Arial</vt:lpstr>
      <vt:lpstr>Calibri</vt:lpstr>
      <vt:lpstr>Times New Roman MT</vt:lpstr>
      <vt:lpstr>Open Sauce</vt:lpstr>
      <vt:lpstr>Times New Roman MT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PROBLEM STATEMENT</dc:title>
  <cp:lastModifiedBy>jayashree indrani</cp:lastModifiedBy>
  <cp:revision>3</cp:revision>
  <dcterms:created xsi:type="dcterms:W3CDTF">2006-08-16T00:00:00Z</dcterms:created>
  <dcterms:modified xsi:type="dcterms:W3CDTF">2026-03-11T04:37:45Z</dcterms:modified>
  <dc:identifier>DAHDkYAh5N4</dc:identifier>
</cp:coreProperties>
</file>